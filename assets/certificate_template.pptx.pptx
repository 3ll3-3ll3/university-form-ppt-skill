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34d4c5a46442c8" /><Relationship Type="http://schemas.openxmlformats.org/officeDocument/2006/relationships/extended-properties" Target="/docProps/app.xml" Id="R376efd16558e4242" /><Relationship Type="http://schemas.openxmlformats.org/officeDocument/2006/relationships/officeDocument" Target="/ppt/presentation.xml" Id="Rfb7540e8c58948e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08a68a09ba54400"/>
  </p:sldMasterIdLst>
  <p:notesMasterIdLst>
    <p:notesMasterId xmlns:r="http://schemas.openxmlformats.org/officeDocument/2006/relationships" r:id="R072e2370cb974be9"/>
  </p:notesMasterIdLst>
  <p:sldIdLst>
    <p:sldId xmlns:r="http://schemas.openxmlformats.org/officeDocument/2006/relationships" id="256" r:id="R5972b47774944208"/>
  </p:sldIdLst>
  <p:sldSz cx="7556500" cy="4927600"/>
  <p:notesSz cx="6858000" cy="9144000"/>
  <p:embeddedFontLst>
    <p:embeddedFont>
      <p:font typeface="KCONQQ+Arimo-Regular"/>
      <p:regular xmlns:r="http://schemas.openxmlformats.org/officeDocument/2006/relationships" r:id="R595fdbf66cf0429f"/>
    </p:embeddedFont>
    <p:embeddedFont>
      <p:font typeface="RVWTCS+Arimo-Regular"/>
      <p:regular xmlns:r="http://schemas.openxmlformats.org/officeDocument/2006/relationships" r:id="R520dc56b4774458d"/>
    </p:embeddedFont>
    <p:embeddedFont>
      <p:font typeface="Calibri"/>
      <p:regular xmlns:r="http://schemas.openxmlformats.org/officeDocument/2006/relationships" r:id="R63e06d40a10b4f49"/>
      <p:bold xmlns:r="http://schemas.openxmlformats.org/officeDocument/2006/relationships" r:id="Rb33a2c9627d34020"/>
      <p:italic xmlns:r="http://schemas.openxmlformats.org/officeDocument/2006/relationships" r:id="R11828c0daf9d4ab6"/>
      <p:boldItalic xmlns:r="http://schemas.openxmlformats.org/officeDocument/2006/relationships" r:id="R32781ad7449f49f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285308adfe483f" /><Relationship Type="http://schemas.openxmlformats.org/officeDocument/2006/relationships/slideMaster" Target="/ppt/slideMasters/slideMaster1.xml" Id="Re08a68a09ba54400" /><Relationship Type="http://schemas.openxmlformats.org/officeDocument/2006/relationships/notesMaster" Target="/ppt/notesMasters/notesMaster1.xml" Id="R072e2370cb974be9" /><Relationship Type="http://schemas.openxmlformats.org/officeDocument/2006/relationships/presProps" Target="/ppt/presProps.xml" Id="R104c71c550204e3a" /><Relationship Type="http://schemas.openxmlformats.org/officeDocument/2006/relationships/viewProps" Target="/ppt/viewProps.xml" Id="R922d9c296e2e4a31" /><Relationship Type="http://schemas.openxmlformats.org/officeDocument/2006/relationships/tableStyles" Target="/ppt/tableStyles.xml" Id="R4697a7314bf348b7" /><Relationship Type="http://schemas.openxmlformats.org/officeDocument/2006/relationships/font" Target="/ppt/fonts/font.dat" Id="R595fdbf66cf0429f" /><Relationship Type="http://schemas.openxmlformats.org/officeDocument/2006/relationships/font" Target="/ppt/fonts/font2.dat" Id="R520dc56b4774458d" /><Relationship Type="http://schemas.openxmlformats.org/officeDocument/2006/relationships/font" Target="/ppt/fonts/font3.dat" Id="R63e06d40a10b4f49" /><Relationship Type="http://schemas.openxmlformats.org/officeDocument/2006/relationships/font" Target="/ppt/fonts/font4.dat" Id="Rb33a2c9627d34020" /><Relationship Type="http://schemas.openxmlformats.org/officeDocument/2006/relationships/font" Target="/ppt/fonts/font5.dat" Id="R11828c0daf9d4ab6" /><Relationship Type="http://schemas.openxmlformats.org/officeDocument/2006/relationships/font" Target="/ppt/fonts/font6.dat" Id="R32781ad7449f49f5" /><Relationship Type="http://schemas.openxmlformats.org/officeDocument/2006/relationships/slide" Target="/ppt/slides/slide1.xml" Id="R5972b477749442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17f101720a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e7d24d3864220" /><Relationship Type="http://schemas.openxmlformats.org/officeDocument/2006/relationships/notesMaster" Target="/ppt/notesMasters/notesMaster1.xml" Id="Rbf3821b1fc3b4d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d555235de401f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1">
            <a:extLst xmlns:a="http://schemas.openxmlformats.org/drawingml/2006/main">
              <a:ext uri="{FF2B5EF4-FFF2-40B4-BE49-F238E27FC236}">
                <a16:creationId xmlns:a16="http://schemas.microsoft.com/office/drawing/2014/main" id="{21B38338-919B-4F65-A7AE-8FD485C61A0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32DDC702-BADA-486A-9BAE-4214EBE9C64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3">
            <a:extLst xmlns:a="http://schemas.openxmlformats.org/drawingml/2006/main">
              <a:ext uri="{FF2B5EF4-FFF2-40B4-BE49-F238E27FC236}">
                <a16:creationId xmlns:a16="http://schemas.microsoft.com/office/drawing/2014/main" id="{4525DD97-24E5-4993-BA66-E72BB40EE0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4">
            <a:extLst xmlns:a="http://schemas.openxmlformats.org/drawingml/2006/main">
              <a:ext uri="{FF2B5EF4-FFF2-40B4-BE49-F238E27FC236}">
                <a16:creationId xmlns:a16="http://schemas.microsoft.com/office/drawing/2014/main" id="{4B17B1ED-8D9D-4408-9CCF-5C07648514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5">
            <a:extLst xmlns:a="http://schemas.openxmlformats.org/drawingml/2006/main">
              <a:ext uri="{FF2B5EF4-FFF2-40B4-BE49-F238E27FC236}">
                <a16:creationId xmlns:a16="http://schemas.microsoft.com/office/drawing/2014/main" id="{CD696838-3E38-455E-98AC-E8C0048684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18276ac1a146ae" /><Relationship Type="http://schemas.openxmlformats.org/officeDocument/2006/relationships/slideLayout" Target="/ppt/slideLayouts/slideLayout1.xml" Id="Rd7f13039fd1b44b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8167E883-05A6-46C1-8393-A8CDB630A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7666" y="427735"/>
            <a:ext cx="6797992" cy="1710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7A9137C8-8FB7-45E1-888B-F6546FC46F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7666" y="2459482"/>
            <a:ext cx="6797992" cy="7057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9E7BC8-DB61-40C3-86C2-909D743375DE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2568130" y="9944862"/>
            <a:ext cx="2417063" cy="534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BB067391-8329-4D06-90F5-ABF0461FA4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377666" y="9944862"/>
            <a:ext cx="1737264" cy="534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F2A77427-0F85-4800-9AF9-AC35EA50D1B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5438394" y="9944862"/>
            <a:ext cx="1737264" cy="534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13039fd1b44bd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fb00b8b2748b3" /><Relationship Type="http://schemas.openxmlformats.org/officeDocument/2006/relationships/notesSlide" Target="/ppt/notesSlides/notesSlide1.xml" Id="R850ed85f6f504f72" /></Relationships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6D69931F-51D3-453B-A6A1-A1DF64B7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297" y="410276"/>
            <a:ext cx="1424297" cy="3475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>
              <a:lnSpc>
                <a:spcPts val="24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Certificate</a:t>
            </a:r>
            <a:endParaRPr sz="2200" b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7ED61DB9-7554-4527-9EB3-532B3B7B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" y="1177290"/>
            <a:ext cx="6439535" cy="2109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This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is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to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certify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that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student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{{name}},</a:t>
            </a:r>
            <a:r>
              <a:rPr sz="1600" spc="446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student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ID: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{{student_id}},</a:t>
            </a:r>
            <a:endParaRPr sz="1600">
              <a:solidFill>
                <a:srgbClr val="000000"/>
              </a:solidFill>
              <a:latin typeface="KCONQQ+Arimo-Regular"/>
              <a:ea typeface="KCONQQ+Arimo-Regular"/>
              <a:cs typeface="KCONQQ+Arimo-Regular"/>
            </a:endParaRPr>
          </a:p>
          <a:p xmlns:a="http://schemas.openxmlformats.org/drawingml/2006/main"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male,</a:t>
            </a:r>
            <a:r>
              <a:rPr sz="1600" spc="446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date</a:t>
            </a:r>
            <a:r>
              <a:rPr sz="1600" spc="444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of</a:t>
            </a:r>
            <a:r>
              <a:rPr sz="1600" spc="446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birth(YYYY-MM-DD):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2005-02-25,</a:t>
            </a:r>
            <a:r>
              <a:rPr sz="1600" spc="446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is</a:t>
            </a:r>
            <a:r>
              <a:rPr sz="1600" spc="444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a</a:t>
            </a:r>
            <a:r>
              <a:rPr sz="1600" spc="444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registered</a:t>
            </a:r>
            <a:endParaRPr sz="1600">
              <a:solidFill>
                <a:srgbClr val="000000"/>
              </a:solidFill>
              <a:latin typeface="RVWTCS+Arimo-Regular"/>
              <a:ea typeface="RVWTCS+Arimo-Regular"/>
              <a:cs typeface="RVWTCS+Arimo-Regular"/>
            </a:endParaRPr>
          </a:p>
          <a:p xmlns:a="http://schemas.openxmlformats.org/drawingml/2006/main"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student</a:t>
            </a:r>
            <a:r>
              <a:rPr sz="1600" spc="444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who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is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a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student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in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a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four-year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undergraduate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program</a:t>
            </a:r>
            <a:r>
              <a:rPr sz="1600" spc="444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 </a:t>
            </a:r>
            <a:r>
              <a:rPr sz="1600">
                <a:solidFill>
                  <a:srgbClr val="000000"/>
                </a:solidFill>
                <a:latin typeface="RVWTCS+Arimo-Regular"/>
                <a:ea typeface="RVWTCS+Arimo-Regular"/>
                <a:cs typeface="RVWTCS+Arimo-Regular"/>
              </a:rPr>
              <a:t>in</a:t>
            </a:r>
            <a:endParaRPr sz="1600">
              <a:solidFill>
                <a:srgbClr val="000000"/>
              </a:solidFill>
              <a:latin typeface="RVWTCS+Arimo-Regular"/>
              <a:ea typeface="RVWTCS+Arimo-Regular"/>
              <a:cs typeface="RVWTCS+Arimo-Regular"/>
            </a:endParaRPr>
          </a:p>
          <a:p xmlns:a="http://schemas.openxmlformats.org/drawingml/2006/main"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School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of</a:t>
            </a:r>
            <a:r>
              <a:rPr sz="1600" spc="446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Mathematical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Sciences,</a:t>
            </a:r>
            <a:r>
              <a:rPr sz="1600" spc="444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{{school_name}}</a:t>
            </a: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</a:t>
            </a:r>
            <a:endParaRPr sz="1600">
              <a:solidFill>
                <a:srgbClr val="000000"/>
              </a:solidFill>
              <a:latin typeface="KCONQQ+Arimo-Regular"/>
              <a:ea typeface="KCONQQ+Arimo-Regular"/>
              <a:cs typeface="KCONQQ+Arimo-Regular"/>
            </a:endParaRPr>
          </a:p>
          <a:p xmlns:a="http://schemas.openxmlformats.org/drawingml/2006/main">
            <a:pPr marR="0" indent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with a specialty of Information and Computing Science in 2023.</a:t>
            </a:r>
            <a:endParaRPr sz="1600">
              <a:solidFill>
                <a:srgbClr val="000000"/>
              </a:solidFill>
              <a:latin typeface="KCONQQ+Arimo-Regular"/>
              <a:ea typeface="KCONQQ+Arimo-Regular"/>
              <a:cs typeface="KCONQQ+Arimo-Regular"/>
            </a:endParaRPr>
          </a:p>
          <a:p xmlns:a="http://schemas.openxmlformats.org/drawingml/2006/main"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KCONQQ+Arimo-Regular"/>
              <a:ea typeface="KCONQQ+Arimo-Regular"/>
              <a:cs typeface="KCONQQ+Arimo-Regular"/>
            </a:endParaRPr>
          </a:p>
          <a:p xmlns:a="http://schemas.openxmlformats.org/drawingml/2006/main"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KCONQQ+Arimo-Regular"/>
              <a:ea typeface="KCONQQ+Arimo-Regular"/>
              <a:cs typeface="KCONQQ+Arimo-Regular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80F3D95-62E5-4B0C-B527-FE01FF7D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10" y="3338195"/>
            <a:ext cx="321754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         </a:t>
            </a:r>
            <a:r>
              <a:rPr>
                <a:solidFill>
                  <a:srgbClr val="000000"/>
                </a:solidFill>
                <a:latin typeface="KCONQQ+Arimo-Regular"/>
                <a:ea typeface="KCONQQ+Arimo-Regular"/>
                <a:cs typeface="KCONQQ+Arimo-Regular"/>
              </a:rPr>
              <a:t>{{school_name}}</a:t>
            </a:r>
            <a:endParaRPr>
              <a:solidFill>
                <a:srgbClr val="000000"/>
              </a:solidFill>
              <a:latin typeface="KCONQQ+Arimo-Regular"/>
              <a:ea typeface="KCONQQ+Arimo-Regular"/>
              <a:cs typeface="KCONQQ+Arimo-Regular"/>
            </a:endParaRPr>
          </a:p>
          <a:p xmlns:a="http://schemas.openxmlformats.org/drawingml/2006/main">
            <a:r>
              <a:t>      2026   </a:t>
            </a:r>
            <a:r>
              <a:t>年</a:t>
            </a:r>
            <a:r>
              <a:t>   5  </a:t>
            </a:r>
            <a:r>
              <a:t>月</a:t>
            </a:r>
            <a:r>
              <a:t>  20  </a:t>
            </a:r>
            <a:r>
              <a:t>日</a:t>
            </a:r>
          </a:p>
        </p:txBody>
      </p:sp>
      <p:sp>
        <p:nvSpPr>
          <p:cNvPr id="13" name="demo-safety-mark">
            <a:extLst xmlns:a="http://schemas.openxmlformats.org/drawingml/2006/main">
              <a:ext uri="{FF2B5EF4-FFF2-40B4-BE49-F238E27FC236}">
                <a16:creationId xmlns:a16="http://schemas.microsoft.com/office/drawing/2014/main" id="{61ED93F5-375B-40A4-A09F-12094741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10" y="4052888"/>
            <a:ext cx="321754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C00000"/>
                </a:solidFill>
              </a:defRPr>
            </a:pPr>
            <a:r>
              <a:rPr sz="825" b="1">
                <a:solidFill>
                  <a:srgbClr val="C00000"/>
                </a:solidFill>
              </a:rPr>
              <a:t>SAMPLE / NOT VALID</a:t>
            </a:r>
            <a:endParaRPr sz="825" b="1">
              <a:solidFill>
                <a:srgbClr val="C00000"/>
              </a:solidFill>
            </a:endParaRPr>
          </a:p>
          <a:p xmlns:a="http://schemas.openxmlformats.org/drawingml/2006/main">
            <a:pPr algn="ctr">
              <a:buNone/>
              <a:defRPr sz="825" b="1">
                <a:solidFill>
                  <a:srgbClr val="C00000"/>
                </a:solidFill>
              </a:defRPr>
            </a:pPr>
            <a:r>
              <a:rPr sz="825" b="1">
                <a:solidFill>
                  <a:srgbClr val="C00000"/>
                </a:solidFill>
              </a:rPr>
              <a:t>仅供演示，不具效力</a:t>
            </a:r>
            <a:endParaRPr sz="825" b="1">
              <a:solidFill>
                <a:srgbClr val="C00000"/>
              </a:solidFill>
            </a:endParaRPr>
          </a:p>
        </p:txBody>
      </p:sp>
      <p:sp>
        <p:nvSpPr>
          <p:cNvPr id="2" name="object 6">
            <a:extLst xmlns:a="http://schemas.openxmlformats.org/drawingml/2006/main">
              <a:ext uri="{FF2B5EF4-FFF2-40B4-BE49-F238E27FC236}">
                <a16:creationId xmlns:a16="http://schemas.microsoft.com/office/drawing/2014/main" id="{FAFDE983-1425-407B-AD98-447DC92E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2674548"/>
            <a:ext cx="5822051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RVWTCS+Arimo-Regular"/>
              <a:ea typeface="RVWTCS+Arimo-Regular"/>
              <a:cs typeface="RVWTCS+Arim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544142036"/>
      </p:ext>
    </p:extLst>
  </p:cSld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2026-08-26T13:43:39.4220000Z</dcterms:created>
  <dcterms:modified xsi:type="dcterms:W3CDTF">2026-08-26T13:43:39.4220000Z</dcterms:modified>
</coreProperties>
</file>